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application/vnd.openxmlformats-package.relationships+xml" Extension="rels"/>
  <Default ContentType="application/vnd.openxmlformats-officedocument.presentationml.presentation.main+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thumbnail.jpeg" Type="http://schemas.openxmlformats.org/package/2006/relationships/metadata/thumbnail"/>
  <Relationship Id="rId3" Target="docProps/core.xml" Type="http://schemas.openxmlformats.org/package/2006/relationships/metadata/core-properties"/>
  <Relationship Id="rId4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2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3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4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5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6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7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8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9.xml.rels><?xml version="1.0" encoding="UTF-8" standalone="yes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3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1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220360" y="1161534"/>
            <a:ext cx="11740979" cy="51156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4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9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4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2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4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0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3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6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75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43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lab_pic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 Placeholder"/>
          <p:cNvSpPr>
            <a:spLocks noGrp="1"/>
          </p:cNvSpPr>
          <p:nvPr>
            <p:ph sz="quarter" idx="10"/>
          </p:nvPr>
        </p:nvSpPr>
        <p:spPr>
          <a:xfrm>
            <a:off x="225425" y="163513"/>
            <a:ext cx="11687175" cy="65135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64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_slides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87382" y="1621904"/>
            <a:ext cx="1161288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532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1"/>
          <p:cNvSpPr>
            <a:spLocks noGrp="1"/>
          </p:cNvSpPr>
          <p:nvPr>
            <p:ph sz="quarter" idx="10"/>
          </p:nvPr>
        </p:nvSpPr>
        <p:spPr>
          <a:xfrm>
            <a:off x="299567" y="1984075"/>
            <a:ext cx="5260974" cy="2991579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ig2"/>
          <p:cNvSpPr>
            <a:spLocks noGrp="1"/>
          </p:cNvSpPr>
          <p:nvPr>
            <p:ph sz="quarter" idx="11"/>
          </p:nvPr>
        </p:nvSpPr>
        <p:spPr>
          <a:xfrm>
            <a:off x="6457351" y="1984074"/>
            <a:ext cx="5260974" cy="2991579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ig1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299567" y="1386618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0" name="fig2_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6457351" y="1386617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519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1"/>
          <p:cNvSpPr>
            <a:spLocks noGrp="1"/>
          </p:cNvSpPr>
          <p:nvPr>
            <p:ph sz="quarter" idx="10"/>
          </p:nvPr>
        </p:nvSpPr>
        <p:spPr>
          <a:xfrm>
            <a:off x="340756" y="675847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fig2"/>
          <p:cNvSpPr>
            <a:spLocks noGrp="1"/>
          </p:cNvSpPr>
          <p:nvPr>
            <p:ph sz="quarter" idx="13"/>
          </p:nvPr>
        </p:nvSpPr>
        <p:spPr>
          <a:xfrm>
            <a:off x="6935145" y="675847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fig3"/>
          <p:cNvSpPr>
            <a:spLocks noGrp="1"/>
          </p:cNvSpPr>
          <p:nvPr>
            <p:ph sz="quarter" idx="14"/>
          </p:nvPr>
        </p:nvSpPr>
        <p:spPr>
          <a:xfrm>
            <a:off x="3878907" y="4034139"/>
            <a:ext cx="4906747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ig3_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3878906" y="3438139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2" name="fig1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340755" y="79847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3" name="fig2_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6935144" y="79846"/>
            <a:ext cx="4906747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04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ig1"/>
          <p:cNvSpPr>
            <a:spLocks noGrp="1"/>
          </p:cNvSpPr>
          <p:nvPr>
            <p:ph sz="quarter" idx="10"/>
          </p:nvPr>
        </p:nvSpPr>
        <p:spPr>
          <a:xfrm>
            <a:off x="340755" y="675847"/>
            <a:ext cx="5441479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2"/>
          <p:cNvSpPr>
            <a:spLocks noGrp="1"/>
          </p:cNvSpPr>
          <p:nvPr>
            <p:ph sz="quarter" idx="15"/>
          </p:nvPr>
        </p:nvSpPr>
        <p:spPr>
          <a:xfrm>
            <a:off x="6318035" y="675846"/>
            <a:ext cx="5441479" cy="266871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fig3"/>
          <p:cNvSpPr>
            <a:spLocks noGrp="1"/>
          </p:cNvSpPr>
          <p:nvPr>
            <p:ph sz="quarter" idx="16"/>
          </p:nvPr>
        </p:nvSpPr>
        <p:spPr>
          <a:xfrm>
            <a:off x="340755" y="4034139"/>
            <a:ext cx="5441479" cy="266871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8" name="fig4"/>
          <p:cNvSpPr>
            <a:spLocks noGrp="1"/>
          </p:cNvSpPr>
          <p:nvPr>
            <p:ph sz="quarter" idx="17"/>
          </p:nvPr>
        </p:nvSpPr>
        <p:spPr>
          <a:xfrm>
            <a:off x="6318035" y="4034137"/>
            <a:ext cx="5441479" cy="266871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fig1_title"/>
          <p:cNvSpPr>
            <a:spLocks noGrp="1"/>
          </p:cNvSpPr>
          <p:nvPr>
            <p:ph type="body" sz="quarter" idx="18" hasCustomPrompt="1"/>
          </p:nvPr>
        </p:nvSpPr>
        <p:spPr>
          <a:xfrm>
            <a:off x="340754" y="79847"/>
            <a:ext cx="5441479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1" name="fig2_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6318035" y="79847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2" name="fig3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340754" y="3441999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3" name="fig4_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6318035" y="3440068"/>
            <a:ext cx="5260974" cy="498561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06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ig4"/>
          <p:cNvSpPr>
            <a:spLocks noGrp="1"/>
          </p:cNvSpPr>
          <p:nvPr>
            <p:ph sz="quarter" idx="13"/>
          </p:nvPr>
        </p:nvSpPr>
        <p:spPr>
          <a:xfrm>
            <a:off x="2114507" y="4032180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1"/>
          <p:cNvSpPr>
            <a:spLocks noGrp="1"/>
          </p:cNvSpPr>
          <p:nvPr>
            <p:ph sz="quarter" idx="15"/>
          </p:nvPr>
        </p:nvSpPr>
        <p:spPr>
          <a:xfrm>
            <a:off x="340755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fig2"/>
          <p:cNvSpPr>
            <a:spLocks noGrp="1"/>
          </p:cNvSpPr>
          <p:nvPr>
            <p:ph sz="quarter" idx="16"/>
          </p:nvPr>
        </p:nvSpPr>
        <p:spPr>
          <a:xfrm>
            <a:off x="4348463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fig3"/>
          <p:cNvSpPr>
            <a:spLocks noGrp="1"/>
          </p:cNvSpPr>
          <p:nvPr>
            <p:ph sz="quarter" idx="17"/>
          </p:nvPr>
        </p:nvSpPr>
        <p:spPr>
          <a:xfrm>
            <a:off x="8356171" y="636858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fig5"/>
          <p:cNvSpPr>
            <a:spLocks noGrp="1"/>
          </p:cNvSpPr>
          <p:nvPr>
            <p:ph sz="quarter" idx="18"/>
          </p:nvPr>
        </p:nvSpPr>
        <p:spPr>
          <a:xfrm>
            <a:off x="6122213" y="4032180"/>
            <a:ext cx="3547503" cy="2758464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fig1_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340755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2" name="fig2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4348461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3" name="fig3_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8356172" y="10275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4" name="fig4_title"/>
          <p:cNvSpPr>
            <a:spLocks noGrp="1"/>
          </p:cNvSpPr>
          <p:nvPr>
            <p:ph type="body" sz="quarter" idx="22" hasCustomPrompt="1"/>
          </p:nvPr>
        </p:nvSpPr>
        <p:spPr>
          <a:xfrm>
            <a:off x="2114508" y="349807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25" name="fig5_title"/>
          <p:cNvSpPr>
            <a:spLocks noGrp="1"/>
          </p:cNvSpPr>
          <p:nvPr>
            <p:ph type="body" sz="quarter" idx="23" hasCustomPrompt="1"/>
          </p:nvPr>
        </p:nvSpPr>
        <p:spPr>
          <a:xfrm>
            <a:off x="6122214" y="349807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580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ig1"/>
          <p:cNvSpPr>
            <a:spLocks noGrp="1"/>
          </p:cNvSpPr>
          <p:nvPr>
            <p:ph sz="quarter" idx="18"/>
          </p:nvPr>
        </p:nvSpPr>
        <p:spPr>
          <a:xfrm>
            <a:off x="340745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fig1_title"/>
          <p:cNvSpPr>
            <a:spLocks noGrp="1"/>
          </p:cNvSpPr>
          <p:nvPr>
            <p:ph type="body" sz="quarter" idx="24" hasCustomPrompt="1"/>
          </p:nvPr>
        </p:nvSpPr>
        <p:spPr>
          <a:xfrm>
            <a:off x="340746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19" name="fig2"/>
          <p:cNvSpPr>
            <a:spLocks noGrp="1"/>
          </p:cNvSpPr>
          <p:nvPr>
            <p:ph sz="quarter" idx="27"/>
          </p:nvPr>
        </p:nvSpPr>
        <p:spPr>
          <a:xfrm>
            <a:off x="4348461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fig2_title"/>
          <p:cNvSpPr>
            <a:spLocks noGrp="1"/>
          </p:cNvSpPr>
          <p:nvPr>
            <p:ph type="body" sz="quarter" idx="28" hasCustomPrompt="1"/>
          </p:nvPr>
        </p:nvSpPr>
        <p:spPr>
          <a:xfrm>
            <a:off x="4348462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1" name="fig4"/>
          <p:cNvSpPr>
            <a:spLocks noGrp="1"/>
          </p:cNvSpPr>
          <p:nvPr>
            <p:ph sz="quarter" idx="29"/>
          </p:nvPr>
        </p:nvSpPr>
        <p:spPr>
          <a:xfrm>
            <a:off x="340745" y="3920641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2" name="fig4_title"/>
          <p:cNvSpPr>
            <a:spLocks noGrp="1"/>
          </p:cNvSpPr>
          <p:nvPr>
            <p:ph type="body" sz="quarter" idx="30" hasCustomPrompt="1"/>
          </p:nvPr>
        </p:nvSpPr>
        <p:spPr>
          <a:xfrm>
            <a:off x="340746" y="347091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3" name="fig5"/>
          <p:cNvSpPr>
            <a:spLocks noGrp="1"/>
          </p:cNvSpPr>
          <p:nvPr>
            <p:ph sz="quarter" idx="31"/>
          </p:nvPr>
        </p:nvSpPr>
        <p:spPr>
          <a:xfrm>
            <a:off x="4348461" y="3920641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4" name="fig5_title"/>
          <p:cNvSpPr>
            <a:spLocks noGrp="1"/>
          </p:cNvSpPr>
          <p:nvPr>
            <p:ph type="body" sz="quarter" idx="32" hasCustomPrompt="1"/>
          </p:nvPr>
        </p:nvSpPr>
        <p:spPr>
          <a:xfrm>
            <a:off x="4348462" y="3470917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5" name="fig3"/>
          <p:cNvSpPr>
            <a:spLocks noGrp="1"/>
          </p:cNvSpPr>
          <p:nvPr>
            <p:ph sz="quarter" idx="33"/>
          </p:nvPr>
        </p:nvSpPr>
        <p:spPr>
          <a:xfrm>
            <a:off x="8356172" y="502423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6" name="fig3_title"/>
          <p:cNvSpPr>
            <a:spLocks noGrp="1"/>
          </p:cNvSpPr>
          <p:nvPr>
            <p:ph type="body" sz="quarter" idx="34" hasCustomPrompt="1"/>
          </p:nvPr>
        </p:nvSpPr>
        <p:spPr>
          <a:xfrm>
            <a:off x="8356173" y="52699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  <p:sp>
        <p:nvSpPr>
          <p:cNvPr id="39" name="fig6"/>
          <p:cNvSpPr>
            <a:spLocks noGrp="1"/>
          </p:cNvSpPr>
          <p:nvPr>
            <p:ph sz="quarter" idx="35"/>
          </p:nvPr>
        </p:nvSpPr>
        <p:spPr>
          <a:xfrm>
            <a:off x="8356172" y="3902262"/>
            <a:ext cx="3547503" cy="2915795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0" name="fig6_title"/>
          <p:cNvSpPr>
            <a:spLocks noGrp="1"/>
          </p:cNvSpPr>
          <p:nvPr>
            <p:ph type="body" sz="quarter" idx="36" hasCustomPrompt="1"/>
          </p:nvPr>
        </p:nvSpPr>
        <p:spPr>
          <a:xfrm>
            <a:off x="8356173" y="3452538"/>
            <a:ext cx="3547502" cy="43134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 smtClean="0"/>
              <a:t>Figure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994691"/>
      </p:ext>
    </p:extLst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  <Relationship Id="rId10" Target="../slideLayouts/slideLayout10.xml" Type="http://schemas.openxmlformats.org/officeDocument/2006/relationships/slideLayout"/>
  <Relationship Id="rId11" Target="../slideLayouts/slideLayout11.xml" Type="http://schemas.openxmlformats.org/officeDocument/2006/relationships/slideLayout"/>
  <Relationship Id="rId12" Target="../slideLayouts/slideLayout12.xml" Type="http://schemas.openxmlformats.org/officeDocument/2006/relationships/slideLayout"/>
  <Relationship Id="rId13" Target="../slideLayouts/slideLayout13.xml" Type="http://schemas.openxmlformats.org/officeDocument/2006/relationships/slideLayout"/>
  <Relationship Id="rId14" Target="../slideLayouts/slideLayout14.xml" Type="http://schemas.openxmlformats.org/officeDocument/2006/relationships/slideLayout"/>
  <Relationship Id="rId15" Target="../slideLayouts/slideLayout15.xml" Type="http://schemas.openxmlformats.org/officeDocument/2006/relationships/slideLayout"/>
  <Relationship Id="rId16" Target="../slideLayouts/slideLayout16.xml" Type="http://schemas.openxmlformats.org/officeDocument/2006/relationships/slideLayout"/>
  <Relationship Id="rId17" Target="../slideLayouts/slideLayout17.xml" Type="http://schemas.openxmlformats.org/officeDocument/2006/relationships/slideLayout"/>
  <Relationship Id="rId18" Target="../slideLayouts/slideLayout18.xml" Type="http://schemas.openxmlformats.org/officeDocument/2006/relationships/slideLayout"/>
  <Relationship Id="rId19" Target="../slideLayouts/slideLayout19.xml" Type="http://schemas.openxmlformats.org/officeDocument/2006/relationships/slideLayout"/>
  <Relationship Id="rId2" Target="../slideLayouts/slideLayout2.xml" Type="http://schemas.openxmlformats.org/officeDocument/2006/relationships/slideLayout"/>
  <Relationship Id="rId20" Target="../theme/theme1.xml" Type="http://schemas.openxmlformats.org/officeDocument/2006/relationships/theme"/>
  <Relationship Id="rId3" Target="../slideLayouts/slideLayout3.xml" Type="http://schemas.openxmlformats.org/officeDocument/2006/relationships/slideLayout"/>
  <Relationship Id="rId4" Target="../slideLayouts/slideLayout4.xml" Type="http://schemas.openxmlformats.org/officeDocument/2006/relationships/slideLayout"/>
  <Relationship Id="rId5" Target="../slideLayouts/slideLayout5.xml" Type="http://schemas.openxmlformats.org/officeDocument/2006/relationships/slideLayout"/>
  <Relationship Id="rId6" Target="../slideLayouts/slideLayout6.xml" Type="http://schemas.openxmlformats.org/officeDocument/2006/relationships/slideLayout"/>
  <Relationship Id="rId7" Target="../slideLayouts/slideLayout7.xml" Type="http://schemas.openxmlformats.org/officeDocument/2006/relationships/slideLayout"/>
  <Relationship Id="rId8" Target="../slideLayouts/slideLayout8.xml" Type="http://schemas.openxmlformats.org/officeDocument/2006/relationships/slideLayout"/>
  <Relationship Id="rId9" Target="../slideLayouts/slideLayout9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69972-D6D8-49F9-8B1F-2B96DF71257A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725E3-2541-47E2-9BB5-1D56759D9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6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2e85c035-8c16-446f-b5d0-ab33ba5a7db2.jpg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55835f2e-9279-46c4-b01d-77f2f48e0e4a.jp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7ef6af8b-4fba-47e1-a456-5a1c992d10b4.jp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a889cbda-2fe0-40f4-adaa-8de27af66f4c.jp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38811db4-c5ee-4146-ae96-7652fbf25a53.jp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909c28da-ae8e-4fdb-b376-31db053c9bb5.jp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2a82bac1-40bf-4496-8d0f-b66df3be631d.jp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1086e7e0-97df-4457-871a-1612eb0ab2bd.jp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dd6a03a6-f405-4203-adc1-297ce6abe532.jp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1418b0d5-6fc2-4560-ab2a-ace79dd42b94.jp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45627a16-301d-4904-95c0-824ce54c89b2.jp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f602577e-9c6f-49a7-a398-b34fbebf56bc.jp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4ece0892-9b67-486c-811c-0579278e7a15.jp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3c39c8da-f10e-47af-8f2b-7afb5dd06e9b.jp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b096e176-f35d-48eb-b773-b68247469149.jp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351cc16b-c2ff-4631-9ff6-7459bc63e784.jp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1398c0d3-edb6-4c86-933d-8ec0f228f0b8.jp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3.xml" Type="http://schemas.openxmlformats.org/officeDocument/2006/relationships/slideLayout"/>
  <Relationship Id="rId2" Target="../media/8d13a3d4-08cd-4025-baef-d12f5365a3b3.jp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fluid density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H2O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D2O buoyant mass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Total volume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0361" y="389838"/>
            <a:ext cx="11740979" cy="483373"/>
          </a:xfrm>
        </p:spPr>
        <p:txBody>
          <a:bodyPr>
            <a:normAutofit/>
          </a:bodyPr>
          <a:lstStyle/>
          <a:p>
            <a:r>
              <a:t>Mass cal. factor vs. WC/dry properties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80" y="1161534"/>
            <a:ext cx="7593938" cy="5115698"/>
          </a:xfrm>
          <a:prstGeom prst="rect"/>
        </p:spPr>
      </p:pic>
    </p:spTree>
    <p:extLst>
      <p:ext uri="{BB962C8B-B14F-4D97-AF65-F5344CB8AC3E}">
        <p14:creationId xmlns:p14="http://schemas.microsoft.com/office/powerpoint/2010/main" val="20142493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8E6C1120-E28A-4A17-A9A4-165A1DD54D02}" vid="{2BE8EE96-230F-4D02-8CE8-4D515BEBBFC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User</dc:creator>
  <cp:lastModifiedBy>Windows User</cp:lastModifiedBy>
  <cp:revision>11</cp:revision>
  <dcterms:created xsi:type="dcterms:W3CDTF">2023-08-10T14:41:25Z</dcterms:created>
  <dcterms:modified xsi:type="dcterms:W3CDTF">2024-10-28T15:59:17Z</dcterms:modified>
</cp:coreProperties>
</file>
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application/vnd.openxmlformats-package.relationships+xml" Extension="rels"/>
  <Default ContentType="application/vnd.openxmlformats-officedocument.presentationml.presentation.main+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thumbnail.jpeg" Type="http://schemas.openxmlformats.org/package/2006/relationships/metadata/thumbnail"/>
  <Relationship Id="rId3" Target="docProps/core.xml" Type="http://schemas.openxmlformats.org/package/2006/relationships/metadata/core-properties"/>
  <Relationship Id="rId4" Target="docProps/app.xml" Type="http://schemas.openxmlformats.org/officeDocument/2006/relationships/extended-properties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16" Target="slides/slide11.xml" Type="http://schemas.openxmlformats.org/officeDocument/2006/relationships/slide"/>
  <Relationship Id="rId17" Target="slides/slide12.xml" Type="http://schemas.openxmlformats.org/officeDocument/2006/relationships/slide"/>
  <Relationship Id="rId18" Target="slides/slide13.xml" Type="http://schemas.openxmlformats.org/officeDocument/2006/relationships/slide"/>
  <Relationship Id="rId19" Target="slides/slide14.xml" Type="http://schemas.openxmlformats.org/officeDocument/2006/relationships/slide"/>
  <Relationship Id="rId2" Target="presProps.xml" Type="http://schemas.openxmlformats.org/officeDocument/2006/relationships/presProps"/>
  <Relationship Id="rId20" Target="slides/slide15.xml" Type="http://schemas.openxmlformats.org/officeDocument/2006/relationships/slide"/>
  <Relationship Id="rId21" Target="slides/slide16.xml" Type="http://schemas.openxmlformats.org/officeDocument/2006/relationships/slide"/>
  <Relationship Id="rId22" Target="slides/slide17.xml" Type="http://schemas.openxmlformats.org/officeDocument/2006/relationships/slide"/>
  <Relationship Id="rId23" Target="slides/slide18.xml" Type="http://schemas.openxmlformats.org/officeDocument/2006/relationships/slide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7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8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9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0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1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2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3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4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5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6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7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8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9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30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15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>
            <a:lvl1pPr>
              <a:defRPr sz="3200"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220360" y="1161534"/>
            <a:ext cx="11740979" cy="511569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49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92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4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2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42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609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38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67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75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43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lab_pic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 Placeholder"/>
          <p:cNvSpPr>
            <a:spLocks noGrp="1"/>
          </p:cNvSpPr>
          <p:nvPr>
            <p:ph sz="quarter" idx="10"/>
          </p:nvPr>
        </p:nvSpPr>
        <p:spPr>
          <a:xfrm>
            <a:off x="225425" y="163513"/>
            <a:ext cx="11687175" cy="65135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64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_slides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287382" y="1621904"/>
            <a:ext cx="1161288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FF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532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ig1"/>
          <p:cNvSpPr>
            <a:spLocks noGrp="1"/>
          </p:cNvSpPr>
          <p:nvPr>
            <p:ph sz="quarter" idx="10"/>
          </p:nvPr>
        </p:nvSpPr>
        <p:spPr>
          <a:xfrm>
            <a:off x="299567" y="1984075"/>
            <a:ext cx="5260974" cy="2991579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fig2"/>
          <p:cNvSpPr>
            <a:spLocks noGrp="1"/>
          </p:cNvSpPr>
          <p:nvPr>
            <p:ph sz="quarter" idx="11"/>
          </p:nvPr>
        </p:nvSpPr>
        <p:spPr>
          <a:xfrm>
            <a:off x="6457351" y="1984074"/>
            <a:ext cx="5260974" cy="2991579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fig1_title"/>
          <p:cNvSpPr>
            <a:spLocks noGrp="1"/>
          </p:cNvSpPr>
          <p:nvPr>
            <p:ph type="body" sz="quarter" idx="16" hasCustomPrompt="1"/>
          </p:nvPr>
        </p:nvSpPr>
        <p:spPr>
          <a:xfrm>
            <a:off x="299567" y="1386618"/>
            <a:ext cx="5260974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0" name="fig2_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6457351" y="1386617"/>
            <a:ext cx="5260974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519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ig1"/>
          <p:cNvSpPr>
            <a:spLocks noGrp="1"/>
          </p:cNvSpPr>
          <p:nvPr>
            <p:ph sz="quarter" idx="10"/>
          </p:nvPr>
        </p:nvSpPr>
        <p:spPr>
          <a:xfrm>
            <a:off x="340756" y="675847"/>
            <a:ext cx="4906747" cy="266871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fig2"/>
          <p:cNvSpPr>
            <a:spLocks noGrp="1"/>
          </p:cNvSpPr>
          <p:nvPr>
            <p:ph sz="quarter" idx="13"/>
          </p:nvPr>
        </p:nvSpPr>
        <p:spPr>
          <a:xfrm>
            <a:off x="6935145" y="675847"/>
            <a:ext cx="4906747" cy="266871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fig3"/>
          <p:cNvSpPr>
            <a:spLocks noGrp="1"/>
          </p:cNvSpPr>
          <p:nvPr>
            <p:ph sz="quarter" idx="14"/>
          </p:nvPr>
        </p:nvSpPr>
        <p:spPr>
          <a:xfrm>
            <a:off x="3878907" y="4034139"/>
            <a:ext cx="4906747" cy="266871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fig3_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3878906" y="3438139"/>
            <a:ext cx="4906747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2" name="fig1_title"/>
          <p:cNvSpPr>
            <a:spLocks noGrp="1"/>
          </p:cNvSpPr>
          <p:nvPr>
            <p:ph type="body" sz="quarter" idx="16" hasCustomPrompt="1"/>
          </p:nvPr>
        </p:nvSpPr>
        <p:spPr>
          <a:xfrm>
            <a:off x="340755" y="79847"/>
            <a:ext cx="4906747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3" name="fig2_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6935144" y="79846"/>
            <a:ext cx="4906747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6042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ig1"/>
          <p:cNvSpPr>
            <a:spLocks noGrp="1"/>
          </p:cNvSpPr>
          <p:nvPr>
            <p:ph sz="quarter" idx="10"/>
          </p:nvPr>
        </p:nvSpPr>
        <p:spPr>
          <a:xfrm>
            <a:off x="340755" y="675847"/>
            <a:ext cx="5441479" cy="266871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4" name="fig2"/>
          <p:cNvSpPr>
            <a:spLocks noGrp="1"/>
          </p:cNvSpPr>
          <p:nvPr>
            <p:ph sz="quarter" idx="15"/>
          </p:nvPr>
        </p:nvSpPr>
        <p:spPr>
          <a:xfrm>
            <a:off x="6318035" y="675846"/>
            <a:ext cx="5441479" cy="266871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fig3"/>
          <p:cNvSpPr>
            <a:spLocks noGrp="1"/>
          </p:cNvSpPr>
          <p:nvPr>
            <p:ph sz="quarter" idx="16"/>
          </p:nvPr>
        </p:nvSpPr>
        <p:spPr>
          <a:xfrm>
            <a:off x="340755" y="4034139"/>
            <a:ext cx="5441479" cy="266871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8" name="fig4"/>
          <p:cNvSpPr>
            <a:spLocks noGrp="1"/>
          </p:cNvSpPr>
          <p:nvPr>
            <p:ph sz="quarter" idx="17"/>
          </p:nvPr>
        </p:nvSpPr>
        <p:spPr>
          <a:xfrm>
            <a:off x="6318035" y="4034137"/>
            <a:ext cx="5441479" cy="266871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fig1_title"/>
          <p:cNvSpPr>
            <a:spLocks noGrp="1"/>
          </p:cNvSpPr>
          <p:nvPr>
            <p:ph type="body" sz="quarter" idx="18" hasCustomPrompt="1"/>
          </p:nvPr>
        </p:nvSpPr>
        <p:spPr>
          <a:xfrm>
            <a:off x="340754" y="79847"/>
            <a:ext cx="5441479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1" name="fig2_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6318035" y="79847"/>
            <a:ext cx="5260974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2" name="fig3_title"/>
          <p:cNvSpPr>
            <a:spLocks noGrp="1"/>
          </p:cNvSpPr>
          <p:nvPr>
            <p:ph type="body" sz="quarter" idx="20" hasCustomPrompt="1"/>
          </p:nvPr>
        </p:nvSpPr>
        <p:spPr>
          <a:xfrm>
            <a:off x="340754" y="3441999"/>
            <a:ext cx="5260974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3" name="fig4_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6318035" y="3440068"/>
            <a:ext cx="5260974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1060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ig4"/>
          <p:cNvSpPr>
            <a:spLocks noGrp="1"/>
          </p:cNvSpPr>
          <p:nvPr>
            <p:ph sz="quarter" idx="13"/>
          </p:nvPr>
        </p:nvSpPr>
        <p:spPr>
          <a:xfrm>
            <a:off x="2114507" y="4032180"/>
            <a:ext cx="3547503" cy="2758464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4" name="fig1"/>
          <p:cNvSpPr>
            <a:spLocks noGrp="1"/>
          </p:cNvSpPr>
          <p:nvPr>
            <p:ph sz="quarter" idx="15"/>
          </p:nvPr>
        </p:nvSpPr>
        <p:spPr>
          <a:xfrm>
            <a:off x="340755" y="636858"/>
            <a:ext cx="3547503" cy="2758464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fig2"/>
          <p:cNvSpPr>
            <a:spLocks noGrp="1"/>
          </p:cNvSpPr>
          <p:nvPr>
            <p:ph sz="quarter" idx="16"/>
          </p:nvPr>
        </p:nvSpPr>
        <p:spPr>
          <a:xfrm>
            <a:off x="4348463" y="636858"/>
            <a:ext cx="3547503" cy="2758464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fig3"/>
          <p:cNvSpPr>
            <a:spLocks noGrp="1"/>
          </p:cNvSpPr>
          <p:nvPr>
            <p:ph sz="quarter" idx="17"/>
          </p:nvPr>
        </p:nvSpPr>
        <p:spPr>
          <a:xfrm>
            <a:off x="8356171" y="636858"/>
            <a:ext cx="3547503" cy="2758464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0" name="fig5"/>
          <p:cNvSpPr>
            <a:spLocks noGrp="1"/>
          </p:cNvSpPr>
          <p:nvPr>
            <p:ph sz="quarter" idx="18"/>
          </p:nvPr>
        </p:nvSpPr>
        <p:spPr>
          <a:xfrm>
            <a:off x="6122213" y="4032180"/>
            <a:ext cx="3547503" cy="2758464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9" name="fig1_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340755" y="102757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22" name="fig2_title"/>
          <p:cNvSpPr>
            <a:spLocks noGrp="1"/>
          </p:cNvSpPr>
          <p:nvPr>
            <p:ph type="body" sz="quarter" idx="20" hasCustomPrompt="1"/>
          </p:nvPr>
        </p:nvSpPr>
        <p:spPr>
          <a:xfrm>
            <a:off x="4348461" y="102757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23" name="fig3_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8356172" y="102757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24" name="fig4_title"/>
          <p:cNvSpPr>
            <a:spLocks noGrp="1"/>
          </p:cNvSpPr>
          <p:nvPr>
            <p:ph type="body" sz="quarter" idx="22" hasCustomPrompt="1"/>
          </p:nvPr>
        </p:nvSpPr>
        <p:spPr>
          <a:xfrm>
            <a:off x="2114508" y="3498078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25" name="fig5_title"/>
          <p:cNvSpPr>
            <a:spLocks noGrp="1"/>
          </p:cNvSpPr>
          <p:nvPr>
            <p:ph type="body" sz="quarter" idx="23" hasCustomPrompt="1"/>
          </p:nvPr>
        </p:nvSpPr>
        <p:spPr>
          <a:xfrm>
            <a:off x="6122214" y="3498078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5580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ig1"/>
          <p:cNvSpPr>
            <a:spLocks noGrp="1"/>
          </p:cNvSpPr>
          <p:nvPr>
            <p:ph sz="quarter" idx="18"/>
          </p:nvPr>
        </p:nvSpPr>
        <p:spPr>
          <a:xfrm>
            <a:off x="340745" y="502423"/>
            <a:ext cx="3547503" cy="291579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4" name="fig1_title"/>
          <p:cNvSpPr>
            <a:spLocks noGrp="1"/>
          </p:cNvSpPr>
          <p:nvPr>
            <p:ph type="body" sz="quarter" idx="24" hasCustomPrompt="1"/>
          </p:nvPr>
        </p:nvSpPr>
        <p:spPr>
          <a:xfrm>
            <a:off x="340746" y="52699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9" name="fig2"/>
          <p:cNvSpPr>
            <a:spLocks noGrp="1"/>
          </p:cNvSpPr>
          <p:nvPr>
            <p:ph sz="quarter" idx="27"/>
          </p:nvPr>
        </p:nvSpPr>
        <p:spPr>
          <a:xfrm>
            <a:off x="4348461" y="502423"/>
            <a:ext cx="3547503" cy="291579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0" name="fig2_title"/>
          <p:cNvSpPr>
            <a:spLocks noGrp="1"/>
          </p:cNvSpPr>
          <p:nvPr>
            <p:ph type="body" sz="quarter" idx="28" hasCustomPrompt="1"/>
          </p:nvPr>
        </p:nvSpPr>
        <p:spPr>
          <a:xfrm>
            <a:off x="4348462" y="52699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31" name="fig4"/>
          <p:cNvSpPr>
            <a:spLocks noGrp="1"/>
          </p:cNvSpPr>
          <p:nvPr>
            <p:ph sz="quarter" idx="29"/>
          </p:nvPr>
        </p:nvSpPr>
        <p:spPr>
          <a:xfrm>
            <a:off x="340745" y="3920641"/>
            <a:ext cx="3547503" cy="291579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2" name="fig4_title"/>
          <p:cNvSpPr>
            <a:spLocks noGrp="1"/>
          </p:cNvSpPr>
          <p:nvPr>
            <p:ph type="body" sz="quarter" idx="30" hasCustomPrompt="1"/>
          </p:nvPr>
        </p:nvSpPr>
        <p:spPr>
          <a:xfrm>
            <a:off x="340746" y="3470917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33" name="fig5"/>
          <p:cNvSpPr>
            <a:spLocks noGrp="1"/>
          </p:cNvSpPr>
          <p:nvPr>
            <p:ph sz="quarter" idx="31"/>
          </p:nvPr>
        </p:nvSpPr>
        <p:spPr>
          <a:xfrm>
            <a:off x="4348461" y="3920641"/>
            <a:ext cx="3547503" cy="291579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4" name="fig5_title"/>
          <p:cNvSpPr>
            <a:spLocks noGrp="1"/>
          </p:cNvSpPr>
          <p:nvPr>
            <p:ph type="body" sz="quarter" idx="32" hasCustomPrompt="1"/>
          </p:nvPr>
        </p:nvSpPr>
        <p:spPr>
          <a:xfrm>
            <a:off x="4348462" y="3470917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35" name="fig3"/>
          <p:cNvSpPr>
            <a:spLocks noGrp="1"/>
          </p:cNvSpPr>
          <p:nvPr>
            <p:ph sz="quarter" idx="33"/>
          </p:nvPr>
        </p:nvSpPr>
        <p:spPr>
          <a:xfrm>
            <a:off x="8356172" y="502423"/>
            <a:ext cx="3547503" cy="291579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6" name="fig3_title"/>
          <p:cNvSpPr>
            <a:spLocks noGrp="1"/>
          </p:cNvSpPr>
          <p:nvPr>
            <p:ph type="body" sz="quarter" idx="34" hasCustomPrompt="1"/>
          </p:nvPr>
        </p:nvSpPr>
        <p:spPr>
          <a:xfrm>
            <a:off x="8356173" y="52699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39" name="fig6"/>
          <p:cNvSpPr>
            <a:spLocks noGrp="1"/>
          </p:cNvSpPr>
          <p:nvPr>
            <p:ph sz="quarter" idx="35"/>
          </p:nvPr>
        </p:nvSpPr>
        <p:spPr>
          <a:xfrm>
            <a:off x="8356172" y="3902262"/>
            <a:ext cx="3547503" cy="291579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0" name="fig6_title"/>
          <p:cNvSpPr>
            <a:spLocks noGrp="1"/>
          </p:cNvSpPr>
          <p:nvPr>
            <p:ph type="body" sz="quarter" idx="36" hasCustomPrompt="1"/>
          </p:nvPr>
        </p:nvSpPr>
        <p:spPr>
          <a:xfrm>
            <a:off x="8356173" y="3452538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994691"/>
      </p:ext>
    </p:extLst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  <Relationship Id="rId10" Target="../slideLayouts/slideLayout10.xml" Type="http://schemas.openxmlformats.org/officeDocument/2006/relationships/slideLayout"/>
  <Relationship Id="rId11" Target="../slideLayouts/slideLayout11.xml" Type="http://schemas.openxmlformats.org/officeDocument/2006/relationships/slideLayout"/>
  <Relationship Id="rId12" Target="../slideLayouts/slideLayout12.xml" Type="http://schemas.openxmlformats.org/officeDocument/2006/relationships/slideLayout"/>
  <Relationship Id="rId13" Target="../slideLayouts/slideLayout13.xml" Type="http://schemas.openxmlformats.org/officeDocument/2006/relationships/slideLayout"/>
  <Relationship Id="rId14" Target="../slideLayouts/slideLayout14.xml" Type="http://schemas.openxmlformats.org/officeDocument/2006/relationships/slideLayout"/>
  <Relationship Id="rId15" Target="../slideLayouts/slideLayout15.xml" Type="http://schemas.openxmlformats.org/officeDocument/2006/relationships/slideLayout"/>
  <Relationship Id="rId16" Target="../slideLayouts/slideLayout16.xml" Type="http://schemas.openxmlformats.org/officeDocument/2006/relationships/slideLayout"/>
  <Relationship Id="rId17" Target="../slideLayouts/slideLayout17.xml" Type="http://schemas.openxmlformats.org/officeDocument/2006/relationships/slideLayout"/>
  <Relationship Id="rId18" Target="../slideLayouts/slideLayout18.xml" Type="http://schemas.openxmlformats.org/officeDocument/2006/relationships/slideLayout"/>
  <Relationship Id="rId19" Target="../slideLayouts/slideLayout19.xml" Type="http://schemas.openxmlformats.org/officeDocument/2006/relationships/slideLayout"/>
  <Relationship Id="rId2" Target="../slideLayouts/slideLayout2.xml" Type="http://schemas.openxmlformats.org/officeDocument/2006/relationships/slideLayout"/>
  <Relationship Id="rId20" Target="../theme/theme1.xml" Type="http://schemas.openxmlformats.org/officeDocument/2006/relationships/theme"/>
  <Relationship Id="rId3" Target="../slideLayouts/slideLayout3.xml" Type="http://schemas.openxmlformats.org/officeDocument/2006/relationships/slideLayout"/>
  <Relationship Id="rId4" Target="../slideLayouts/slideLayout4.xml" Type="http://schemas.openxmlformats.org/officeDocument/2006/relationships/slideLayout"/>
  <Relationship Id="rId5" Target="../slideLayouts/slideLayout5.xml" Type="http://schemas.openxmlformats.org/officeDocument/2006/relationships/slideLayout"/>
  <Relationship Id="rId6" Target="../slideLayouts/slideLayout6.xml" Type="http://schemas.openxmlformats.org/officeDocument/2006/relationships/slideLayout"/>
  <Relationship Id="rId7" Target="../slideLayouts/slideLayout7.xml" Type="http://schemas.openxmlformats.org/officeDocument/2006/relationships/slideLayout"/>
  <Relationship Id="rId8" Target="../slideLayouts/slideLayout8.xml" Type="http://schemas.openxmlformats.org/officeDocument/2006/relationships/slideLayout"/>
  <Relationship Id="rId9" Target="../slideLayouts/slideLayout9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16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7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0e1b30f0-9bc9-4223-aca5-39a2bd0ef964.jpg" Type="http://schemas.openxmlformats.org/officeDocument/2006/relationships/image"/>
</Relationships>

</file>

<file path=ppt/slides/_rels/slide2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038909f1-de5e-466e-98cf-bf977cf94661.jp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59d8369f-434f-4e68-865b-c41a20d7e6a2.jp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aef132e9-56cd-4b8b-a6d0-177c3e85c5e6.jp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1e60b58b-d772-4891-b4f3-9d672483074d.jp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c02bf664-be3b-4fcb-b66c-31255beaaa01.jpg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aae37cf6-af60-478b-ac99-7c81bec4dccf.jp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6b4b7c6b-8288-463d-8e82-1af0da6b618c.jpg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77cb0e35-15bf-4cd1-b6cd-40e7f691f15a.jpg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187b3f9c-7f27-42f9-9377-9c44aa66ceee.jpg" Type="http://schemas.openxmlformats.org/officeDocument/2006/relationships/image"/>
</Relationships>

</file>

<file path=ppt/slides/_rels/slide11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4b8b5e4d-a2d1-495b-8b64-52ad1beb73de.jpg" Type="http://schemas.openxmlformats.org/officeDocument/2006/relationships/image"/>
</Relationships>

</file>

<file path=ppt/slides/_rels/slide12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d390f699-c924-4596-be06-64a658724620.jpg" Type="http://schemas.openxmlformats.org/officeDocument/2006/relationships/image"/>
</Relationships>

</file>

<file path=ppt/slides/_rels/slide13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6989bab4-9673-4ecd-852b-eee3ac8adb84.jpg" Type="http://schemas.openxmlformats.org/officeDocument/2006/relationships/image"/>
</Relationships>

</file>

<file path=ppt/slides/_rels/slide14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278a2f6d-3b68-41ff-b388-23aa49cb75a1.jpg" Type="http://schemas.openxmlformats.org/officeDocument/2006/relationships/image"/>
</Relationships>

</file>

<file path=ppt/slides/_rels/slide15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c84bc232-0de3-437a-9aa4-4e7bec76841d.jpg" Type="http://schemas.openxmlformats.org/officeDocument/2006/relationships/image"/>
</Relationships>

</file>

<file path=ppt/slides/_rels/slide16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15152f13-8036-44d7-a059-e2c4663eed08.jpg" Type="http://schemas.openxmlformats.org/officeDocument/2006/relationships/image"/>
</Relationships>

</file>

<file path=ppt/slides/_rels/slide17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6d8c4e17-0b62-40ae-9166-1f9cff939820.jpg" Type="http://schemas.openxmlformats.org/officeDocument/2006/relationships/image"/>
</Relationships>

</file>

<file path=ppt/slides/_rels/slide18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76d94042-28dc-42ce-9111-8841e92e0eef.jpg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H2O fluid density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H2O fluid density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H2O fluid density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D2O fluid density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D2O fluid density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D2O fluid density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H2O buoyant mass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H2O buoyant mass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H2O buoyant mass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D2O buoyant mass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D2O buoyant mass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D2O buoyant mass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Total volume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Total volume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Total volume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Mass cal. factor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Mass cal. factor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Mass cal. factor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8E6C1120-E28A-4A17-A9A4-165A1DD54D02}" vid="{2BE8EE96-230F-4D02-8CE8-4D515BEBBFC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Windows User</dc:creator>
  <cp:lastModifiedBy>Windows User</cp:lastModifiedBy>
  <cp:revision>11</cp:revision>
  <dcterms:created xsi:type="dcterms:W3CDTF">2023-08-10T14:41:25Z</dcterms:created>
  <dcterms:modified xsi:type="dcterms:W3CDTF">2024-10-28T15:59:17Z</dcterms:modified>
</cp:coreProperties>
</file>
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application/vnd.openxmlformats-package.relationships+xml" Extension="rels"/>
  <Default ContentType="application/vnd.openxmlformats-officedocument.presentationml.presentation.main+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thumbnail.jpeg" Type="http://schemas.openxmlformats.org/package/2006/relationships/metadata/thumbnail"/>
  <Relationship Id="rId3" Target="docProps/core.xml" Type="http://schemas.openxmlformats.org/package/2006/relationships/metadata/core-properties"/>
  <Relationship Id="rId4" Target="docProps/app.xml" Type="http://schemas.openxmlformats.org/officeDocument/2006/relationships/extended-properties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2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3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4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5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6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7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8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9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3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1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220360" y="1161534"/>
            <a:ext cx="11740979" cy="51156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4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92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4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2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4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0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38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67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75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43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lab_pic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 Placeholder"/>
          <p:cNvSpPr>
            <a:spLocks noGrp="1"/>
          </p:cNvSpPr>
          <p:nvPr>
            <p:ph sz="quarter" idx="10"/>
          </p:nvPr>
        </p:nvSpPr>
        <p:spPr>
          <a:xfrm>
            <a:off x="225425" y="163513"/>
            <a:ext cx="11687175" cy="65135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64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_slides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87382" y="1621904"/>
            <a:ext cx="1161288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FF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532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1"/>
          <p:cNvSpPr>
            <a:spLocks noGrp="1"/>
          </p:cNvSpPr>
          <p:nvPr>
            <p:ph sz="quarter" idx="10"/>
          </p:nvPr>
        </p:nvSpPr>
        <p:spPr>
          <a:xfrm>
            <a:off x="299567" y="1984075"/>
            <a:ext cx="5260974" cy="2991579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ig2"/>
          <p:cNvSpPr>
            <a:spLocks noGrp="1"/>
          </p:cNvSpPr>
          <p:nvPr>
            <p:ph sz="quarter" idx="11"/>
          </p:nvPr>
        </p:nvSpPr>
        <p:spPr>
          <a:xfrm>
            <a:off x="6457351" y="1984074"/>
            <a:ext cx="5260974" cy="2991579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fig1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299567" y="1386618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0" name="fig2_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6457351" y="1386617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519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1"/>
          <p:cNvSpPr>
            <a:spLocks noGrp="1"/>
          </p:cNvSpPr>
          <p:nvPr>
            <p:ph sz="quarter" idx="10"/>
          </p:nvPr>
        </p:nvSpPr>
        <p:spPr>
          <a:xfrm>
            <a:off x="340756" y="675847"/>
            <a:ext cx="4906747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fig2"/>
          <p:cNvSpPr>
            <a:spLocks noGrp="1"/>
          </p:cNvSpPr>
          <p:nvPr>
            <p:ph sz="quarter" idx="13"/>
          </p:nvPr>
        </p:nvSpPr>
        <p:spPr>
          <a:xfrm>
            <a:off x="6935145" y="675847"/>
            <a:ext cx="4906747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fig3"/>
          <p:cNvSpPr>
            <a:spLocks noGrp="1"/>
          </p:cNvSpPr>
          <p:nvPr>
            <p:ph sz="quarter" idx="14"/>
          </p:nvPr>
        </p:nvSpPr>
        <p:spPr>
          <a:xfrm>
            <a:off x="3878907" y="4034139"/>
            <a:ext cx="4906747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ig3_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3878906" y="3438139"/>
            <a:ext cx="4906747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2" name="fig1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340755" y="79847"/>
            <a:ext cx="4906747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3" name="fig2_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6935144" y="79846"/>
            <a:ext cx="4906747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604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ig1"/>
          <p:cNvSpPr>
            <a:spLocks noGrp="1"/>
          </p:cNvSpPr>
          <p:nvPr>
            <p:ph sz="quarter" idx="10"/>
          </p:nvPr>
        </p:nvSpPr>
        <p:spPr>
          <a:xfrm>
            <a:off x="340755" y="675847"/>
            <a:ext cx="5441479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fig2"/>
          <p:cNvSpPr>
            <a:spLocks noGrp="1"/>
          </p:cNvSpPr>
          <p:nvPr>
            <p:ph sz="quarter" idx="15"/>
          </p:nvPr>
        </p:nvSpPr>
        <p:spPr>
          <a:xfrm>
            <a:off x="6318035" y="675846"/>
            <a:ext cx="5441479" cy="266871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fig3"/>
          <p:cNvSpPr>
            <a:spLocks noGrp="1"/>
          </p:cNvSpPr>
          <p:nvPr>
            <p:ph sz="quarter" idx="16"/>
          </p:nvPr>
        </p:nvSpPr>
        <p:spPr>
          <a:xfrm>
            <a:off x="340755" y="4034139"/>
            <a:ext cx="5441479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8" name="fig4"/>
          <p:cNvSpPr>
            <a:spLocks noGrp="1"/>
          </p:cNvSpPr>
          <p:nvPr>
            <p:ph sz="quarter" idx="17"/>
          </p:nvPr>
        </p:nvSpPr>
        <p:spPr>
          <a:xfrm>
            <a:off x="6318035" y="4034137"/>
            <a:ext cx="5441479" cy="266871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fig1_title"/>
          <p:cNvSpPr>
            <a:spLocks noGrp="1"/>
          </p:cNvSpPr>
          <p:nvPr>
            <p:ph type="body" sz="quarter" idx="18" hasCustomPrompt="1"/>
          </p:nvPr>
        </p:nvSpPr>
        <p:spPr>
          <a:xfrm>
            <a:off x="340754" y="79847"/>
            <a:ext cx="5441479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1" name="fig2_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6318035" y="79847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2" name="fig3_title"/>
          <p:cNvSpPr>
            <a:spLocks noGrp="1"/>
          </p:cNvSpPr>
          <p:nvPr>
            <p:ph type="body" sz="quarter" idx="20" hasCustomPrompt="1"/>
          </p:nvPr>
        </p:nvSpPr>
        <p:spPr>
          <a:xfrm>
            <a:off x="340754" y="3441999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3" name="fig4_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6318035" y="3440068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1060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ig4"/>
          <p:cNvSpPr>
            <a:spLocks noGrp="1"/>
          </p:cNvSpPr>
          <p:nvPr>
            <p:ph sz="quarter" idx="13"/>
          </p:nvPr>
        </p:nvSpPr>
        <p:spPr>
          <a:xfrm>
            <a:off x="2114507" y="4032180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fig1"/>
          <p:cNvSpPr>
            <a:spLocks noGrp="1"/>
          </p:cNvSpPr>
          <p:nvPr>
            <p:ph sz="quarter" idx="15"/>
          </p:nvPr>
        </p:nvSpPr>
        <p:spPr>
          <a:xfrm>
            <a:off x="340755" y="636858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fig2"/>
          <p:cNvSpPr>
            <a:spLocks noGrp="1"/>
          </p:cNvSpPr>
          <p:nvPr>
            <p:ph sz="quarter" idx="16"/>
          </p:nvPr>
        </p:nvSpPr>
        <p:spPr>
          <a:xfrm>
            <a:off x="4348463" y="636858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fig3"/>
          <p:cNvSpPr>
            <a:spLocks noGrp="1"/>
          </p:cNvSpPr>
          <p:nvPr>
            <p:ph sz="quarter" idx="17"/>
          </p:nvPr>
        </p:nvSpPr>
        <p:spPr>
          <a:xfrm>
            <a:off x="8356171" y="636858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fig5"/>
          <p:cNvSpPr>
            <a:spLocks noGrp="1"/>
          </p:cNvSpPr>
          <p:nvPr>
            <p:ph sz="quarter" idx="18"/>
          </p:nvPr>
        </p:nvSpPr>
        <p:spPr>
          <a:xfrm>
            <a:off x="6122213" y="4032180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9" name="fig1_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340755" y="10275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2" name="fig2_title"/>
          <p:cNvSpPr>
            <a:spLocks noGrp="1"/>
          </p:cNvSpPr>
          <p:nvPr>
            <p:ph type="body" sz="quarter" idx="20" hasCustomPrompt="1"/>
          </p:nvPr>
        </p:nvSpPr>
        <p:spPr>
          <a:xfrm>
            <a:off x="4348461" y="10275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3" name="fig3_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8356172" y="10275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4" name="fig4_title"/>
          <p:cNvSpPr>
            <a:spLocks noGrp="1"/>
          </p:cNvSpPr>
          <p:nvPr>
            <p:ph type="body" sz="quarter" idx="22" hasCustomPrompt="1"/>
          </p:nvPr>
        </p:nvSpPr>
        <p:spPr>
          <a:xfrm>
            <a:off x="2114508" y="3498078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5" name="fig5_title"/>
          <p:cNvSpPr>
            <a:spLocks noGrp="1"/>
          </p:cNvSpPr>
          <p:nvPr>
            <p:ph type="body" sz="quarter" idx="23" hasCustomPrompt="1"/>
          </p:nvPr>
        </p:nvSpPr>
        <p:spPr>
          <a:xfrm>
            <a:off x="6122214" y="3498078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5580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ig1"/>
          <p:cNvSpPr>
            <a:spLocks noGrp="1"/>
          </p:cNvSpPr>
          <p:nvPr>
            <p:ph sz="quarter" idx="18"/>
          </p:nvPr>
        </p:nvSpPr>
        <p:spPr>
          <a:xfrm>
            <a:off x="340745" y="502423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fig1_title"/>
          <p:cNvSpPr>
            <a:spLocks noGrp="1"/>
          </p:cNvSpPr>
          <p:nvPr>
            <p:ph type="body" sz="quarter" idx="24" hasCustomPrompt="1"/>
          </p:nvPr>
        </p:nvSpPr>
        <p:spPr>
          <a:xfrm>
            <a:off x="340746" y="52699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9" name="fig2"/>
          <p:cNvSpPr>
            <a:spLocks noGrp="1"/>
          </p:cNvSpPr>
          <p:nvPr>
            <p:ph sz="quarter" idx="27"/>
          </p:nvPr>
        </p:nvSpPr>
        <p:spPr>
          <a:xfrm>
            <a:off x="4348461" y="502423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fig2_title"/>
          <p:cNvSpPr>
            <a:spLocks noGrp="1"/>
          </p:cNvSpPr>
          <p:nvPr>
            <p:ph type="body" sz="quarter" idx="28" hasCustomPrompt="1"/>
          </p:nvPr>
        </p:nvSpPr>
        <p:spPr>
          <a:xfrm>
            <a:off x="4348462" y="52699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1" name="fig4"/>
          <p:cNvSpPr>
            <a:spLocks noGrp="1"/>
          </p:cNvSpPr>
          <p:nvPr>
            <p:ph sz="quarter" idx="29"/>
          </p:nvPr>
        </p:nvSpPr>
        <p:spPr>
          <a:xfrm>
            <a:off x="340745" y="3920641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2" name="fig4_title"/>
          <p:cNvSpPr>
            <a:spLocks noGrp="1"/>
          </p:cNvSpPr>
          <p:nvPr>
            <p:ph type="body" sz="quarter" idx="30" hasCustomPrompt="1"/>
          </p:nvPr>
        </p:nvSpPr>
        <p:spPr>
          <a:xfrm>
            <a:off x="340746" y="347091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3" name="fig5"/>
          <p:cNvSpPr>
            <a:spLocks noGrp="1"/>
          </p:cNvSpPr>
          <p:nvPr>
            <p:ph sz="quarter" idx="31"/>
          </p:nvPr>
        </p:nvSpPr>
        <p:spPr>
          <a:xfrm>
            <a:off x="4348461" y="3920641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4" name="fig5_title"/>
          <p:cNvSpPr>
            <a:spLocks noGrp="1"/>
          </p:cNvSpPr>
          <p:nvPr>
            <p:ph type="body" sz="quarter" idx="32" hasCustomPrompt="1"/>
          </p:nvPr>
        </p:nvSpPr>
        <p:spPr>
          <a:xfrm>
            <a:off x="4348462" y="347091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5" name="fig3"/>
          <p:cNvSpPr>
            <a:spLocks noGrp="1"/>
          </p:cNvSpPr>
          <p:nvPr>
            <p:ph sz="quarter" idx="33"/>
          </p:nvPr>
        </p:nvSpPr>
        <p:spPr>
          <a:xfrm>
            <a:off x="8356172" y="502423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6" name="fig3_title"/>
          <p:cNvSpPr>
            <a:spLocks noGrp="1"/>
          </p:cNvSpPr>
          <p:nvPr>
            <p:ph type="body" sz="quarter" idx="34" hasCustomPrompt="1"/>
          </p:nvPr>
        </p:nvSpPr>
        <p:spPr>
          <a:xfrm>
            <a:off x="8356173" y="52699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9" name="fig6"/>
          <p:cNvSpPr>
            <a:spLocks noGrp="1"/>
          </p:cNvSpPr>
          <p:nvPr>
            <p:ph sz="quarter" idx="35"/>
          </p:nvPr>
        </p:nvSpPr>
        <p:spPr>
          <a:xfrm>
            <a:off x="8356172" y="3902262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0" name="fig6_title"/>
          <p:cNvSpPr>
            <a:spLocks noGrp="1"/>
          </p:cNvSpPr>
          <p:nvPr>
            <p:ph type="body" sz="quarter" idx="36" hasCustomPrompt="1"/>
          </p:nvPr>
        </p:nvSpPr>
        <p:spPr>
          <a:xfrm>
            <a:off x="8356173" y="3452538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994691"/>
      </p:ext>
    </p:extLst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  <Relationship Id="rId10" Target="../slideLayouts/slideLayout10.xml" Type="http://schemas.openxmlformats.org/officeDocument/2006/relationships/slideLayout"/>
  <Relationship Id="rId11" Target="../slideLayouts/slideLayout11.xml" Type="http://schemas.openxmlformats.org/officeDocument/2006/relationships/slideLayout"/>
  <Relationship Id="rId12" Target="../slideLayouts/slideLayout12.xml" Type="http://schemas.openxmlformats.org/officeDocument/2006/relationships/slideLayout"/>
  <Relationship Id="rId13" Target="../slideLayouts/slideLayout13.xml" Type="http://schemas.openxmlformats.org/officeDocument/2006/relationships/slideLayout"/>
  <Relationship Id="rId14" Target="../slideLayouts/slideLayout14.xml" Type="http://schemas.openxmlformats.org/officeDocument/2006/relationships/slideLayout"/>
  <Relationship Id="rId15" Target="../slideLayouts/slideLayout15.xml" Type="http://schemas.openxmlformats.org/officeDocument/2006/relationships/slideLayout"/>
  <Relationship Id="rId16" Target="../slideLayouts/slideLayout16.xml" Type="http://schemas.openxmlformats.org/officeDocument/2006/relationships/slideLayout"/>
  <Relationship Id="rId17" Target="../slideLayouts/slideLayout17.xml" Type="http://schemas.openxmlformats.org/officeDocument/2006/relationships/slideLayout"/>
  <Relationship Id="rId18" Target="../slideLayouts/slideLayout18.xml" Type="http://schemas.openxmlformats.org/officeDocument/2006/relationships/slideLayout"/>
  <Relationship Id="rId19" Target="../slideLayouts/slideLayout19.xml" Type="http://schemas.openxmlformats.org/officeDocument/2006/relationships/slideLayout"/>
  <Relationship Id="rId2" Target="../slideLayouts/slideLayout2.xml" Type="http://schemas.openxmlformats.org/officeDocument/2006/relationships/slideLayout"/>
  <Relationship Id="rId20" Target="../theme/theme1.xml" Type="http://schemas.openxmlformats.org/officeDocument/2006/relationships/theme"/>
  <Relationship Id="rId3" Target="../slideLayouts/slideLayout3.xml" Type="http://schemas.openxmlformats.org/officeDocument/2006/relationships/slideLayout"/>
  <Relationship Id="rId4" Target="../slideLayouts/slideLayout4.xml" Type="http://schemas.openxmlformats.org/officeDocument/2006/relationships/slideLayout"/>
  <Relationship Id="rId5" Target="../slideLayouts/slideLayout5.xml" Type="http://schemas.openxmlformats.org/officeDocument/2006/relationships/slideLayout"/>
  <Relationship Id="rId6" Target="../slideLayouts/slideLayout6.xml" Type="http://schemas.openxmlformats.org/officeDocument/2006/relationships/slideLayout"/>
  <Relationship Id="rId7" Target="../slideLayouts/slideLayout7.xml" Type="http://schemas.openxmlformats.org/officeDocument/2006/relationships/slideLayout"/>
  <Relationship Id="rId8" Target="../slideLayouts/slideLayout8.xml" Type="http://schemas.openxmlformats.org/officeDocument/2006/relationships/slideLayout"/>
  <Relationship Id="rId9" Target="../slideLayouts/slideLayout9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6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730b9187-c842-4992-bae8-379382ce87b4.jpg" Type="http://schemas.openxmlformats.org/officeDocument/2006/relationships/image"/>
</Relationships>

</file>

<file path=ppt/slides/_rels/slide2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e5e1695c-d130-44e1-b264-f1119ed7457b.jp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196f4d3c-903b-4aa6-9ed6-6c79a7fa900b.jp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57d5a745-5747-4706-9a99-6711600ab1c4.jp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c9cbf378-46b5-4cb3-8cae-4442ea26266f.jp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c8a3c076-202d-4ace-b00a-0c69bb090b1e.jp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c172613d-01ab-45be-9342-9b66c79d8df8.jp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bd71792a-d88f-4d10-bd50-e8ee39dbbaad.jp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d7963cb3-8004-4744-950e-1e944597745d.jp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ef9e7ef0-a689-4b26-b3ed-df3b412682d7.jp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247a79c5-5582-4a5b-8f26-b9d4557e293a.jp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96714ed3-40cc-4cda-9bdb-732aae25554f.jp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59d57156-5cde-4867-b0fd-4dd67bd592a5.jp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463bd6ad-1a21-4eb8-902d-59fe624c2877.jp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f1ccfe0b-2066-4525-bca4-b2e2ad38cd47.jp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5eaeb4e8-91dd-45cd-8324-2827342f64b7.jp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ee6db670-b510-44b2-b13e-1edafe32c84f.jpg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3b3fdfaf-82ad-48bd-b3b5-8b898ede4435.jp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Total volume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Total volume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Total volume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Mass cal. factor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Mass cal. factor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Mass cal. factor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8E6C1120-E28A-4A17-A9A4-165A1DD54D02}" vid="{2BE8EE96-230F-4D02-8CE8-4D515BEBBFC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 User</dc:creator>
  <cp:lastModifiedBy>Windows User</cp:lastModifiedBy>
  <cp:revision>11</cp:revision>
  <dcterms:created xsi:type="dcterms:W3CDTF">2023-08-10T14:41:25Z</dcterms:created>
  <dcterms:modified xsi:type="dcterms:W3CDTF">2024-10-28T15:59:17Z</dcterms:modified>
</cp:coreProperties>
</file>
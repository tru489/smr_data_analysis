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5E581-6CC8-436A-B6F2-81C8015021D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98693-6246-4CD0-8CF1-6BBB01BEC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88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5E581-6CC8-436A-B6F2-81C8015021D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98693-6246-4CD0-8CF1-6BBB01BEC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956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5E581-6CC8-436A-B6F2-81C8015021D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98693-6246-4CD0-8CF1-6BBB01BEC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388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5E581-6CC8-436A-B6F2-81C8015021D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98693-6246-4CD0-8CF1-6BBB01BEC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95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5E581-6CC8-436A-B6F2-81C8015021D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98693-6246-4CD0-8CF1-6BBB01BEC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28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5E581-6CC8-436A-B6F2-81C8015021D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98693-6246-4CD0-8CF1-6BBB01BEC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18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5E581-6CC8-436A-B6F2-81C8015021D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98693-6246-4CD0-8CF1-6BBB01BEC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466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5E581-6CC8-436A-B6F2-81C8015021D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98693-6246-4CD0-8CF1-6BBB01BEC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866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5E581-6CC8-436A-B6F2-81C8015021D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98693-6246-4CD0-8CF1-6BBB01BEC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82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5E581-6CC8-436A-B6F2-81C8015021D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98693-6246-4CD0-8CF1-6BBB01BEC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194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5E581-6CC8-436A-B6F2-81C8015021D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98693-6246-4CD0-8CF1-6BBB01BEC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663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65E581-6CC8-436A-B6F2-81C8015021D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098693-6246-4CD0-8CF1-6BBB01BEC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274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812" y="304800"/>
            <a:ext cx="8334375" cy="6248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812" y="304800"/>
            <a:ext cx="8334375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157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812" y="304800"/>
            <a:ext cx="8334375" cy="6248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812" y="304800"/>
            <a:ext cx="8334375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629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812" y="304800"/>
            <a:ext cx="8334375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27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812" y="304800"/>
            <a:ext cx="8334375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107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812" y="304800"/>
            <a:ext cx="8334375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315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812" y="304800"/>
            <a:ext cx="8334375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73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812" y="304800"/>
            <a:ext cx="8334375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374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812" y="304800"/>
            <a:ext cx="8334375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163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812" y="304800"/>
            <a:ext cx="8334375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54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812" y="304800"/>
            <a:ext cx="8334375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96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812" y="304800"/>
            <a:ext cx="8334375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345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812" y="304800"/>
            <a:ext cx="8334375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099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2</cp:revision>
  <dcterms:created xsi:type="dcterms:W3CDTF">2025-09-02T12:48:48Z</dcterms:created>
  <dcterms:modified xsi:type="dcterms:W3CDTF">2025-09-02T17:55:48Z</dcterms:modified>
</cp:coreProperties>
</file>
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AB72-56C4-4A7A-BCA8-A17D6EBF4228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8DE4-9A10-42D4-81FD-04F907502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9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AB72-56C4-4A7A-BCA8-A17D6EBF4228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8DE4-9A10-42D4-81FD-04F907502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4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AB72-56C4-4A7A-BCA8-A17D6EBF4228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8DE4-9A10-42D4-81FD-04F907502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AB72-56C4-4A7A-BCA8-A17D6EBF4228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8DE4-9A10-42D4-81FD-04F907502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23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AB72-56C4-4A7A-BCA8-A17D6EBF4228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8DE4-9A10-42D4-81FD-04F907502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40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AB72-56C4-4A7A-BCA8-A17D6EBF4228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8DE4-9A10-42D4-81FD-04F907502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33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AB72-56C4-4A7A-BCA8-A17D6EBF4228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8DE4-9A10-42D4-81FD-04F907502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25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AB72-56C4-4A7A-BCA8-A17D6EBF4228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8DE4-9A10-42D4-81FD-04F907502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803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AB72-56C4-4A7A-BCA8-A17D6EBF4228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8DE4-9A10-42D4-81FD-04F907502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5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AB72-56C4-4A7A-BCA8-A17D6EBF4228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8DE4-9A10-42D4-81FD-04F907502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31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AB72-56C4-4A7A-BCA8-A17D6EBF4228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8DE4-9A10-42D4-81FD-04F907502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9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8AB72-56C4-4A7A-BCA8-A17D6EBF4228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E8DE4-9A10-42D4-81FD-04F907502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263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9320" y="782197"/>
            <a:ext cx="11887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real_time_s</a:t>
            </a:r>
            <a:r>
              <a:rPr lang="en-US" dirty="0" smtClean="0"/>
              <a:t>: absolute time (s)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peak_time_s</a:t>
            </a:r>
            <a:r>
              <a:rPr lang="en-US" dirty="0" smtClean="0"/>
              <a:t>: time relative to beginning of run (s)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peak_time_m</a:t>
            </a:r>
            <a:r>
              <a:rPr lang="en-US" dirty="0" smtClean="0"/>
              <a:t>: time relative to beginning of run (min)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peak_time_h</a:t>
            </a:r>
            <a:r>
              <a:rPr lang="en-US" dirty="0" smtClean="0"/>
              <a:t>: time relative to beginning of run (h)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avg_baseline</a:t>
            </a:r>
            <a:r>
              <a:rPr lang="en-US" dirty="0" smtClean="0"/>
              <a:t>: average baseline around peak (Hz)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bl_slope</a:t>
            </a:r>
            <a:r>
              <a:rPr lang="en-US" dirty="0" smtClean="0"/>
              <a:t>: average baseline slope around peak (Hz/s)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pk_fwhm</a:t>
            </a:r>
            <a:r>
              <a:rPr lang="en-US" dirty="0" smtClean="0"/>
              <a:t>: full-width half max of peak (s)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transit_t</a:t>
            </a:r>
            <a:r>
              <a:rPr lang="en-US" dirty="0" smtClean="0"/>
              <a:t>: transit time of particle (s)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valve_state</a:t>
            </a:r>
            <a:r>
              <a:rPr lang="en-US" dirty="0" smtClean="0"/>
              <a:t>: valve state at time of peak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pk_order</a:t>
            </a:r>
            <a:r>
              <a:rPr lang="en-US" dirty="0" smtClean="0"/>
              <a:t>: peak index within total array of peaks detected for this data segment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segment_num</a:t>
            </a:r>
            <a:r>
              <a:rPr lang="en-US" dirty="0" smtClean="0"/>
              <a:t>: segment number from full frequency data at which detection event </a:t>
            </a:r>
            <a:r>
              <a:rPr lang="en-US" dirty="0" smtClean="0"/>
              <a:t>occurred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pk_ht1_hz: height of peak 1 (Hz)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pk_ht2_hz: height of peak 2 (Hz)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pk_ht3_hz: height of peak 3 (Hz)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node_dev_1: node deviation 1 (Hz)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node_dev_2: node deviation 2 (Hz)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node_dev_mean</a:t>
            </a:r>
            <a:r>
              <a:rPr lang="en-US" dirty="0" smtClean="0"/>
              <a:t>: mean node deviation (Hz)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avg_pk_ht_hz</a:t>
            </a:r>
            <a:r>
              <a:rPr lang="en-US" dirty="0" smtClean="0"/>
              <a:t>: average </a:t>
            </a:r>
            <a:r>
              <a:rPr lang="en-US" dirty="0" err="1" smtClean="0"/>
              <a:t>peakheight</a:t>
            </a:r>
            <a:r>
              <a:rPr lang="en-US" dirty="0" smtClean="0"/>
              <a:t> (average of peaks 1 and 3; Hz)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mass_pg</a:t>
            </a:r>
            <a:r>
              <a:rPr lang="en-US" dirty="0" smtClean="0"/>
              <a:t>: calibrated particle mass (</a:t>
            </a:r>
            <a:r>
              <a:rPr lang="en-US" dirty="0" err="1" smtClean="0"/>
              <a:t>pg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09320" y="240534"/>
            <a:ext cx="1188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Table rows for </a:t>
            </a:r>
            <a:r>
              <a:rPr lang="en-US" sz="2400" b="1" u="sng" dirty="0" err="1" smtClean="0"/>
              <a:t>peakset</a:t>
            </a:r>
            <a:r>
              <a:rPr lang="en-US" sz="2400" b="1" u="sng" dirty="0" smtClean="0"/>
              <a:t> summary</a:t>
            </a:r>
            <a:endParaRPr lang="en-US" sz="2400" b="1" u="sng" dirty="0"/>
          </a:p>
        </p:txBody>
      </p:sp>
    </p:spTree>
    <p:extLst>
      <p:ext uri="{BB962C8B-B14F-4D97-AF65-F5344CB8AC3E}">
        <p14:creationId xmlns:p14="http://schemas.microsoft.com/office/powerpoint/2010/main" val="2065666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9320" y="782197"/>
            <a:ext cx="11887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Fields for forward particle measurement (fields from </a:t>
            </a:r>
            <a:r>
              <a:rPr lang="en-US" b="1" dirty="0" err="1" smtClean="0"/>
              <a:t>peakset</a:t>
            </a:r>
            <a:r>
              <a:rPr lang="en-US" b="1" dirty="0" smtClean="0"/>
              <a:t> summary preceded by “fl1_”)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Fields for backward particle measurement (fields from </a:t>
            </a:r>
            <a:r>
              <a:rPr lang="en-US" b="1" dirty="0" err="1" smtClean="0"/>
              <a:t>peakset</a:t>
            </a:r>
            <a:r>
              <a:rPr lang="en-US" b="1" dirty="0" smtClean="0"/>
              <a:t> summary preceded by “fl2_”)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</a:t>
            </a:r>
            <a:r>
              <a:rPr lang="en-US" dirty="0" smtClean="0"/>
              <a:t>l1_bl_dens_gcm3: density of fluid calculated from average baseline around forward peak (g/cm3)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fl2_bl_dens_gcm3: density of fluid calculated from average baseline around backward peak (g/cm3)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density_gcm3: particle density (or dry density; g/cm3)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volume_fl</a:t>
            </a:r>
            <a:r>
              <a:rPr lang="en-US" dirty="0" smtClean="0"/>
              <a:t>: particle volume (or dry volume; </a:t>
            </a:r>
            <a:r>
              <a:rPr lang="en-US" dirty="0" err="1" smtClean="0"/>
              <a:t>fl</a:t>
            </a:r>
            <a:r>
              <a:rPr lang="en-US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(for water content) </a:t>
            </a:r>
            <a:r>
              <a:rPr lang="en-US" dirty="0" err="1" smtClean="0"/>
              <a:t>total_volume_au</a:t>
            </a:r>
            <a:r>
              <a:rPr lang="en-US" dirty="0" smtClean="0"/>
              <a:t>: </a:t>
            </a:r>
            <a:r>
              <a:rPr lang="en-US" dirty="0" err="1" smtClean="0"/>
              <a:t>uncalibrated</a:t>
            </a:r>
            <a:r>
              <a:rPr lang="en-US" dirty="0" smtClean="0"/>
              <a:t> total particle volume (au)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(for water content) </a:t>
            </a:r>
            <a:r>
              <a:rPr lang="en-US" dirty="0" err="1" smtClean="0"/>
              <a:t>total_volume_fl</a:t>
            </a:r>
            <a:r>
              <a:rPr lang="en-US" dirty="0" smtClean="0"/>
              <a:t>: calibrated total particle volume (</a:t>
            </a:r>
            <a:r>
              <a:rPr lang="en-US" dirty="0" err="1" smtClean="0"/>
              <a:t>fl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09320" y="240534"/>
            <a:ext cx="1188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Table rows for paired particle trap summary (w/ paired fluorescence)</a:t>
            </a:r>
            <a:endParaRPr lang="en-US" sz="2400" b="1" u="sng" dirty="0"/>
          </a:p>
        </p:txBody>
      </p:sp>
    </p:spTree>
    <p:extLst>
      <p:ext uri="{BB962C8B-B14F-4D97-AF65-F5344CB8AC3E}">
        <p14:creationId xmlns:p14="http://schemas.microsoft.com/office/powerpoint/2010/main" val="3059271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16057</TotalTime>
  <Words>314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5</cp:revision>
  <dcterms:created xsi:type="dcterms:W3CDTF">2023-08-28T16:03:59Z</dcterms:created>
  <dcterms:modified xsi:type="dcterms:W3CDTF">2023-09-11T14:07:01Z</dcterms:modified>
</cp:coreProperties>
</file>